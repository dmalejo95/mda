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64" r:id="rId2"/>
    <p:sldId id="272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4/2/2014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044750" y="1981020"/>
            <a:ext cx="9052560" cy="2079992"/>
          </a:xfrm>
        </p:spPr>
        <p:txBody>
          <a:bodyPr>
            <a:normAutofit/>
          </a:bodyPr>
          <a:lstStyle/>
          <a:p>
            <a:pPr algn="just"/>
            <a:r>
              <a:rPr lang="es-MX" b="1" dirty="0"/>
              <a:t>OLAP (On-Line </a:t>
            </a:r>
            <a:r>
              <a:rPr lang="es-MX" b="1" dirty="0" err="1"/>
              <a:t>Analytical</a:t>
            </a:r>
            <a:r>
              <a:rPr lang="es-MX" b="1" dirty="0"/>
              <a:t> </a:t>
            </a:r>
            <a:r>
              <a:rPr lang="es-MX" b="1" dirty="0" err="1"/>
              <a:t>processing</a:t>
            </a:r>
            <a:r>
              <a:rPr lang="es-MX" b="1" dirty="0"/>
              <a:t>):</a:t>
            </a:r>
            <a:r>
              <a:rPr lang="es-MX" dirty="0"/>
              <a:t> En tiempo real engloba un conjunto de operaciones de operaciones, exclusivamente de consulta en las que se </a:t>
            </a:r>
            <a:r>
              <a:rPr lang="es-MX" dirty="0" smtClean="0"/>
              <a:t>requiere </a:t>
            </a:r>
            <a:r>
              <a:rPr lang="es-MX" dirty="0"/>
              <a:t>agregar y cruzar gran cantidad de información. El objetivo de estas consultas es realizar informes y resúmenes generalmente para el apoyo en la toma de decisiones.</a:t>
            </a:r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8022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138880" y="1631396"/>
            <a:ext cx="9052560" cy="225480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MX" b="1" dirty="0"/>
              <a:t>OLAP</a:t>
            </a:r>
            <a:r>
              <a:rPr lang="es-MX" dirty="0"/>
              <a:t> (procesamiento analítico en línea) es el tratamiento informático que permite a los usuarios extraer fácilmente y de forma selectiva y ver los datos desde diferentes puntos de vista. </a:t>
            </a:r>
            <a:endParaRPr lang="es-MX" dirty="0" smtClean="0"/>
          </a:p>
          <a:p>
            <a:pPr algn="just"/>
            <a:endParaRPr lang="es-MX" dirty="0"/>
          </a:p>
          <a:p>
            <a:pPr algn="just"/>
            <a:r>
              <a:rPr lang="es-MX" dirty="0" smtClean="0"/>
              <a:t>Con OLAP los datos son clasificados de diferente dimensiones.</a:t>
            </a:r>
          </a:p>
          <a:p>
            <a:pPr algn="just"/>
            <a:r>
              <a:rPr lang="es-MX" dirty="0" smtClean="0"/>
              <a:t>Tenemos a las vistas una con otra y en vista de cubo en los cuales consisten en categorías descriptivas y valores cuantitativos.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518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ra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TC103090434[[fn=Caracteres de madera]]</Template>
  <TotalTime>2513</TotalTime>
  <Words>54</Words>
  <Application>Microsoft Office PowerPoint</Application>
  <PresentationFormat>Personalizado</PresentationFormat>
  <Paragraphs>5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Tipo de madera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tecnológico superior de calkini en el estado de Campeche  ingeniería en informatica</dc:title>
  <dc:creator>Danny-Boy_TC</dc:creator>
  <cp:lastModifiedBy>Usuario</cp:lastModifiedBy>
  <cp:revision>20</cp:revision>
  <dcterms:created xsi:type="dcterms:W3CDTF">2014-03-17T22:01:08Z</dcterms:created>
  <dcterms:modified xsi:type="dcterms:W3CDTF">2014-04-03T00:23:43Z</dcterms:modified>
</cp:coreProperties>
</file>