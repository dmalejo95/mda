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61" r:id="rId2"/>
    <p:sldId id="262" r:id="rId3"/>
    <p:sldId id="27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4/2/2014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4/2/2014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 </a:t>
            </a:r>
            <a:r>
              <a:rPr lang="es-MX" b="1" dirty="0"/>
              <a:t>OLTP </a:t>
            </a: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173918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098539" y="1604503"/>
            <a:ext cx="9052560" cy="2483403"/>
          </a:xfrm>
        </p:spPr>
        <p:txBody>
          <a:bodyPr>
            <a:normAutofit/>
          </a:bodyPr>
          <a:lstStyle/>
          <a:p>
            <a:pPr algn="just"/>
            <a:r>
              <a:rPr lang="es-MX" b="1" dirty="0" smtClean="0"/>
              <a:t>OLTP </a:t>
            </a:r>
            <a:r>
              <a:rPr lang="es-MX" b="1" dirty="0"/>
              <a:t>(On-Line </a:t>
            </a:r>
            <a:r>
              <a:rPr lang="es-MX" b="1" dirty="0" err="1"/>
              <a:t>Transactional</a:t>
            </a:r>
            <a:r>
              <a:rPr lang="es-MX" b="1" dirty="0"/>
              <a:t> </a:t>
            </a:r>
            <a:r>
              <a:rPr lang="es-MX" b="1" dirty="0" err="1"/>
              <a:t>Processing</a:t>
            </a:r>
            <a:r>
              <a:rPr lang="es-MX" b="1" dirty="0"/>
              <a:t>):</a:t>
            </a:r>
            <a:r>
              <a:rPr lang="es-MX" dirty="0"/>
              <a:t> En tiempo real constituye el trabajo primario en un Sistema de </a:t>
            </a:r>
            <a:r>
              <a:rPr lang="es-MX" dirty="0" smtClean="0"/>
              <a:t>información.</a:t>
            </a:r>
          </a:p>
          <a:p>
            <a:pPr algn="just"/>
            <a:r>
              <a:rPr lang="es-MX" dirty="0"/>
              <a:t>En este trabajo consiste en realizar transacciones, es decir actualizaciones y consultas a la base de datos con un objetivo operacional, hace funcionar las aplicaciones de la organización, proporcionar información sobre el estado del sistema de información y permite actualizarlo conforme va variando la realidad del contexto de la organización.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117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2098539" y="1631396"/>
            <a:ext cx="9052560" cy="3370909"/>
          </a:xfrm>
        </p:spPr>
        <p:txBody>
          <a:bodyPr>
            <a:normAutofit/>
          </a:bodyPr>
          <a:lstStyle/>
          <a:p>
            <a:r>
              <a:rPr lang="es-MX" dirty="0" smtClean="0"/>
              <a:t>Su principal desventaja es en la toma de decisiones ya que es muy limitada.</a:t>
            </a:r>
          </a:p>
          <a:p>
            <a:r>
              <a:rPr lang="es-MX" dirty="0" smtClean="0"/>
              <a:t>Algunas de sus características:</a:t>
            </a:r>
          </a:p>
          <a:p>
            <a:r>
              <a:rPr lang="es-MX" dirty="0" smtClean="0"/>
              <a:t>Modificaciones, consultas, encuestas, poco volumen de información, gran volumen de concurrencia.</a:t>
            </a:r>
          </a:p>
          <a:p>
            <a:r>
              <a:rPr lang="es-MX" dirty="0" smtClean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016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TC103090434[[fn=Caracteres de madera]]</Template>
  <TotalTime>2513</TotalTime>
  <Words>112</Words>
  <Application>Microsoft Office PowerPoint</Application>
  <PresentationFormat>Personalizado</PresentationFormat>
  <Paragraphs>7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Tipo de madera</vt:lpstr>
      <vt:lpstr> OLTP 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tecnológico superior de calkini en el estado de Campeche  ingeniería en informatica</dc:title>
  <dc:creator>Danny-Boy_TC</dc:creator>
  <cp:lastModifiedBy>Usuario</cp:lastModifiedBy>
  <cp:revision>21</cp:revision>
  <dcterms:created xsi:type="dcterms:W3CDTF">2014-03-17T22:01:08Z</dcterms:created>
  <dcterms:modified xsi:type="dcterms:W3CDTF">2014-04-03T00:22:58Z</dcterms:modified>
</cp:coreProperties>
</file>