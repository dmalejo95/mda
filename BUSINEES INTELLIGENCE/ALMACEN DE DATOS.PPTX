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7" r:id="rId2"/>
    <p:sldId id="258"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4/2/2014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4/2/2014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4/2/2014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4/2/2014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4/2/2014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A16AA21-1863-4931-97CB-99D0A168701B}" type="datetimeFigureOut">
              <a:rPr lang="en-US" dirty="0"/>
              <a:t>4/2/2014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772C379-9A7C-4C87-A116-CBE9F58B04C5}" type="datetimeFigureOut">
              <a:rPr lang="en-US" dirty="0"/>
              <a:t>4/2/2014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4/2/2014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165773" y="1644843"/>
            <a:ext cx="9052560" cy="2348933"/>
          </a:xfrm>
        </p:spPr>
        <p:txBody>
          <a:bodyPr>
            <a:normAutofit/>
          </a:bodyPr>
          <a:lstStyle/>
          <a:p>
            <a:r>
              <a:rPr lang="es-MX" b="1" dirty="0"/>
              <a:t>3.1 </a:t>
            </a:r>
            <a:r>
              <a:rPr lang="es-MX" b="1" dirty="0" smtClean="0"/>
              <a:t>INTRODUCCION</a:t>
            </a:r>
          </a:p>
          <a:p>
            <a:pPr algn="just"/>
            <a:r>
              <a:rPr lang="es-MX" dirty="0" smtClean="0"/>
              <a:t>Para </a:t>
            </a:r>
            <a:r>
              <a:rPr lang="es-MX" dirty="0"/>
              <a:t>trabajar con la información transaccional de una organización veremos que existe una tecnología relativamente reciente denominada</a:t>
            </a:r>
            <a:r>
              <a:rPr lang="es-MX" b="1" dirty="0"/>
              <a:t> “Almacén de datos” </a:t>
            </a:r>
            <a:r>
              <a:rPr lang="es-MX" dirty="0"/>
              <a:t>(data </a:t>
            </a:r>
            <a:r>
              <a:rPr lang="es-MX" dirty="0" err="1"/>
              <a:t>warehouse</a:t>
            </a:r>
            <a:r>
              <a:rPr lang="es-MX" dirty="0"/>
              <a:t>) que pretende proporcionar metodologías y tecnología para recopilar e integrar los datos históricos de una organización</a:t>
            </a:r>
          </a:p>
          <a:p>
            <a:endParaRPr lang="es-MX" dirty="0"/>
          </a:p>
        </p:txBody>
      </p:sp>
    </p:spTree>
    <p:extLst>
      <p:ext uri="{BB962C8B-B14F-4D97-AF65-F5344CB8AC3E}">
        <p14:creationId xmlns:p14="http://schemas.microsoft.com/office/powerpoint/2010/main" val="250164119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058198" y="432087"/>
            <a:ext cx="9052560" cy="1663132"/>
          </a:xfrm>
        </p:spPr>
        <p:txBody>
          <a:bodyPr>
            <a:normAutofit/>
          </a:bodyPr>
          <a:lstStyle/>
          <a:p>
            <a:r>
              <a:rPr lang="es-MX" dirty="0"/>
              <a:t>Esta tecnología está diseñada especialmente para organizar grandes volúmenes de datos de procedencia generalmente estructurada (bases de datos relacionales), aunque el concepto general es útil para la organización de pequeños conjuntos de datos en aplicaciones de minería de datos más modestas.</a:t>
            </a:r>
          </a:p>
          <a:p>
            <a:endParaRPr lang="es-MX" dirty="0"/>
          </a:p>
        </p:txBody>
      </p:sp>
      <p:pic>
        <p:nvPicPr>
          <p:cNvPr id="4" name="Imagen 3" descr="C:\Users\Acer\Desktop\IMG_20140317_104918.jpg"/>
          <p:cNvPicPr/>
          <p:nvPr/>
        </p:nvPicPr>
        <p:blipFill rotWithShape="1">
          <a:blip r:embed="rId2" cstate="print">
            <a:extLst>
              <a:ext uri="{28A0092B-C50C-407E-A947-70E740481C1C}">
                <a14:useLocalDpi xmlns:a14="http://schemas.microsoft.com/office/drawing/2010/main" val="0"/>
              </a:ext>
            </a:extLst>
          </a:blip>
          <a:srcRect l="14259" t="28063" r="8339" b="29615"/>
          <a:stretch/>
        </p:blipFill>
        <p:spPr bwMode="auto">
          <a:xfrm>
            <a:off x="2058198" y="2095219"/>
            <a:ext cx="4950759" cy="1874184"/>
          </a:xfrm>
          <a:prstGeom prst="rect">
            <a:avLst/>
          </a:prstGeom>
          <a:noFill/>
          <a:ln>
            <a:noFill/>
          </a:ln>
          <a:extLst>
            <a:ext uri="{53640926-AAD7-44D8-BBD7-CCE9431645EC}">
              <a14:shadowObscured xmlns:a14="http://schemas.microsoft.com/office/drawing/2010/main"/>
            </a:ext>
          </a:extLst>
        </p:spPr>
      </p:pic>
      <p:sp>
        <p:nvSpPr>
          <p:cNvPr id="5" name="Rectángulo 4"/>
          <p:cNvSpPr/>
          <p:nvPr/>
        </p:nvSpPr>
        <p:spPr>
          <a:xfrm>
            <a:off x="2058198" y="4208929"/>
            <a:ext cx="8062758" cy="685059"/>
          </a:xfrm>
          <a:prstGeom prst="rect">
            <a:avLst/>
          </a:prstGeom>
        </p:spPr>
        <p:txBody>
          <a:bodyPr wrap="square">
            <a:spAutoFit/>
          </a:bodyPr>
          <a:lstStyle/>
          <a:p>
            <a:pPr>
              <a:lnSpc>
                <a:spcPct val="107000"/>
              </a:lnSpc>
              <a:spcAft>
                <a:spcPts val="800"/>
              </a:spcAft>
            </a:pPr>
            <a:r>
              <a:rPr lang="es-MX" dirty="0">
                <a:latin typeface="Calibri" panose="020F0502020204030204" pitchFamily="34" charset="0"/>
                <a:ea typeface="Calibri" panose="020F0502020204030204" pitchFamily="34" charset="0"/>
                <a:cs typeface="Times New Roman" panose="02020603050405020304" pitchFamily="18" charset="0"/>
              </a:rPr>
              <a:t>3.1 Fuentes de datos requeridas para responder “países con mayor penetración de bronceadores”</a:t>
            </a:r>
            <a:endParaRPr lang="es-MX"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88086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b="1" dirty="0"/>
              <a:t>3.2 Necesidad de los almacenes de datos</a:t>
            </a:r>
            <a:r>
              <a:rPr lang="es-MX" dirty="0"/>
              <a:t/>
            </a:r>
            <a:br>
              <a:rPr lang="es-MX" dirty="0"/>
            </a:br>
            <a:endParaRPr lang="es-MX" dirty="0"/>
          </a:p>
        </p:txBody>
      </p:sp>
    </p:spTree>
    <p:extLst>
      <p:ext uri="{BB962C8B-B14F-4D97-AF65-F5344CB8AC3E}">
        <p14:creationId xmlns:p14="http://schemas.microsoft.com/office/powerpoint/2010/main" val="13088441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044750" y="1187643"/>
            <a:ext cx="9052560" cy="3855003"/>
          </a:xfrm>
        </p:spPr>
        <p:txBody>
          <a:bodyPr>
            <a:normAutofit/>
          </a:bodyPr>
          <a:lstStyle/>
          <a:p>
            <a:pPr algn="just"/>
            <a:r>
              <a:rPr lang="es-MX" dirty="0"/>
              <a:t>La proliferación de sistemas de información sustentados en base de datos ha generalizado el uso de herramientas que permiten obtener informes complejos, resúmenes e incluso estadísticas globales sobre la información almacenada con el objetivo de asistir en la toma de </a:t>
            </a:r>
            <a:r>
              <a:rPr lang="es-MX" dirty="0" smtClean="0"/>
              <a:t>decisiones.</a:t>
            </a:r>
          </a:p>
          <a:p>
            <a:pPr algn="just"/>
            <a:r>
              <a:rPr lang="es-MX" dirty="0" smtClean="0"/>
              <a:t> </a:t>
            </a:r>
            <a:r>
              <a:rPr lang="es-MX" dirty="0"/>
              <a:t>La mayoría de sistemas comerciales de gestión de base de datos incluyen herramientas de “informes avanzados”, “inteligencia de negocios” y sistemas de información de ejecutivos entre otras</a:t>
            </a:r>
            <a:r>
              <a:rPr lang="es-MX" dirty="0" smtClean="0"/>
              <a:t>.</a:t>
            </a:r>
          </a:p>
          <a:p>
            <a:pPr algn="just"/>
            <a:r>
              <a:rPr lang="es-MX" dirty="0"/>
              <a:t>Cada </a:t>
            </a:r>
            <a:r>
              <a:rPr lang="es-MX" dirty="0" smtClean="0"/>
              <a:t>día </a:t>
            </a:r>
            <a:r>
              <a:rPr lang="es-MX" dirty="0"/>
              <a:t>es necesario distinguir dos usos diferentes del sistema de información: el procesamiento transaccional y el procesamiento analítico.</a:t>
            </a:r>
          </a:p>
          <a:p>
            <a:endParaRPr lang="es-MX" dirty="0"/>
          </a:p>
          <a:p>
            <a:endParaRPr lang="es-MX" dirty="0"/>
          </a:p>
        </p:txBody>
      </p:sp>
    </p:spTree>
    <p:extLst>
      <p:ext uri="{BB962C8B-B14F-4D97-AF65-F5344CB8AC3E}">
        <p14:creationId xmlns:p14="http://schemas.microsoft.com/office/powerpoint/2010/main" val="206155920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TC103090434[[fn=Caracteres de madera]]</Template>
  <TotalTime>2513</TotalTime>
  <Words>207</Words>
  <Application>Microsoft Office PowerPoint</Application>
  <PresentationFormat>Personalizado</PresentationFormat>
  <Paragraphs>8</Paragraphs>
  <Slides>4</Slides>
  <Notes>0</Notes>
  <HiddenSlides>0</HiddenSlides>
  <MMClips>0</MMClips>
  <ScaleCrop>false</ScaleCrop>
  <HeadingPairs>
    <vt:vector size="4" baseType="variant">
      <vt:variant>
        <vt:lpstr>Tema</vt:lpstr>
      </vt:variant>
      <vt:variant>
        <vt:i4>1</vt:i4>
      </vt:variant>
      <vt:variant>
        <vt:lpstr>Títulos de diapositiva</vt:lpstr>
      </vt:variant>
      <vt:variant>
        <vt:i4>4</vt:i4>
      </vt:variant>
    </vt:vector>
  </HeadingPairs>
  <TitlesOfParts>
    <vt:vector size="5" baseType="lpstr">
      <vt:lpstr>Tipo de madera</vt:lpstr>
      <vt:lpstr>Presentación de PowerPoint</vt:lpstr>
      <vt:lpstr>Presentación de PowerPoint</vt:lpstr>
      <vt:lpstr>3.2 Necesidad de los almacenes de datos </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superior de calkini en el estado de Campeche  ingeniería en informatica</dc:title>
  <dc:creator>Danny-Boy_TC</dc:creator>
  <cp:lastModifiedBy>Usuario</cp:lastModifiedBy>
  <cp:revision>20</cp:revision>
  <dcterms:created xsi:type="dcterms:W3CDTF">2014-03-17T22:01:08Z</dcterms:created>
  <dcterms:modified xsi:type="dcterms:W3CDTF">2014-04-03T00:20:09Z</dcterms:modified>
</cp:coreProperties>
</file>