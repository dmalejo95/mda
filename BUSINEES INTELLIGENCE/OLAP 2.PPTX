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73" r:id="rId2"/>
    <p:sldId id="274" r:id="rId3"/>
    <p:sldId id="265" r:id="rId4"/>
    <p:sldId id="270"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82"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4/2/2014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4/2/2014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4/2/2014</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4/2/2014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4/2/2014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4/2/2014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4/2/2014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DA16AA21-1863-4931-97CB-99D0A168701B}" type="datetimeFigureOut">
              <a:rPr lang="en-US" dirty="0"/>
              <a:t>4/2/2014</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3772C379-9A7C-4C87-A116-CBE9F58B04C5}" type="datetimeFigureOut">
              <a:rPr lang="en-US" dirty="0"/>
              <a:t>4/2/2014</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4/2/2014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4/2/2014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4/2/2014</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2071644" y="1066620"/>
            <a:ext cx="9052560" cy="1569004"/>
          </a:xfrm>
        </p:spPr>
        <p:txBody>
          <a:bodyPr>
            <a:normAutofit/>
          </a:bodyPr>
          <a:lstStyle/>
          <a:p>
            <a:r>
              <a:rPr lang="es-MX" dirty="0" smtClean="0"/>
              <a:t>OLAP maneja lo que son las operaciones analíticas básicas una de ellas es la consolidación: estas comprende un conjunto de datos</a:t>
            </a:r>
          </a:p>
          <a:p>
            <a:endParaRPr lang="es-MX" dirty="0"/>
          </a:p>
          <a:p>
            <a:pPr marL="342900" indent="-342900">
              <a:buFont typeface="Arial" panose="020B0604020202020204" pitchFamily="34" charset="0"/>
              <a:buChar char="•"/>
            </a:pPr>
            <a:r>
              <a:rPr lang="es-MX" dirty="0" err="1" smtClean="0"/>
              <a:t>Slicing</a:t>
            </a:r>
            <a:r>
              <a:rPr lang="es-MX" dirty="0" smtClean="0"/>
              <a:t> and </a:t>
            </a:r>
            <a:r>
              <a:rPr lang="es-MX" dirty="0" err="1" smtClean="0"/>
              <a:t>dicing</a:t>
            </a:r>
            <a:r>
              <a:rPr lang="es-MX" dirty="0" smtClean="0"/>
              <a:t>(reordenamiento)</a:t>
            </a:r>
          </a:p>
        </p:txBody>
      </p:sp>
      <p:pic>
        <p:nvPicPr>
          <p:cNvPr id="4" name="Imagen 3"/>
          <p:cNvPicPr>
            <a:picLocks noChangeAspect="1"/>
          </p:cNvPicPr>
          <p:nvPr/>
        </p:nvPicPr>
        <p:blipFill rotWithShape="1">
          <a:blip r:embed="rId2"/>
          <a:srcRect l="33635" t="22979" r="24198" b="35536"/>
          <a:stretch/>
        </p:blipFill>
        <p:spPr>
          <a:xfrm>
            <a:off x="6647130" y="3025589"/>
            <a:ext cx="5486401" cy="3034733"/>
          </a:xfrm>
          <a:prstGeom prst="rect">
            <a:avLst/>
          </a:prstGeom>
        </p:spPr>
      </p:pic>
    </p:spTree>
    <p:extLst>
      <p:ext uri="{BB962C8B-B14F-4D97-AF65-F5344CB8AC3E}">
        <p14:creationId xmlns:p14="http://schemas.microsoft.com/office/powerpoint/2010/main" val="30207886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2972598" y="206007"/>
            <a:ext cx="9052560" cy="1891733"/>
          </a:xfrm>
        </p:spPr>
        <p:txBody>
          <a:bodyPr>
            <a:normAutofit/>
          </a:bodyPr>
          <a:lstStyle/>
          <a:p>
            <a:r>
              <a:rPr lang="es-MX" dirty="0"/>
              <a:t>Drill </a:t>
            </a:r>
            <a:r>
              <a:rPr lang="es-MX" dirty="0" err="1"/>
              <a:t>down</a:t>
            </a:r>
            <a:r>
              <a:rPr lang="es-MX" dirty="0"/>
              <a:t>(profundizar)</a:t>
            </a:r>
          </a:p>
          <a:p>
            <a:pPr algn="just"/>
            <a:r>
              <a:rPr lang="es-MX" dirty="0"/>
              <a:t>Las funciones de drill </a:t>
            </a:r>
            <a:r>
              <a:rPr lang="es-MX" dirty="0" err="1"/>
              <a:t>down</a:t>
            </a:r>
            <a:r>
              <a:rPr lang="es-MX" dirty="0"/>
              <a:t> permiten a partir de un información visualizada en el pantalla, "sumergirse o bucear " en esa información con el fin de conocer el detalle de los datos que han servido inicialmente para crearla. Por ejemplo, a partir de la cifra de negocios de una región se visualiza la lista de las cifras de negocios de las sucursales que componen esa región.</a:t>
            </a:r>
          </a:p>
        </p:txBody>
      </p:sp>
      <p:pic>
        <p:nvPicPr>
          <p:cNvPr id="1026" name="Picture 2" descr="http://3.bp.blogspot.com/_aDK8rjnOp68/S9IrL4rTWJI/AAAAAAAAAAM/paHf5hIzEEg/s1600/drill_dow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024" y="2097740"/>
            <a:ext cx="3630706" cy="4727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76317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2111986" y="676655"/>
            <a:ext cx="9052560" cy="4648379"/>
          </a:xfrm>
        </p:spPr>
        <p:txBody>
          <a:bodyPr>
            <a:normAutofit lnSpcReduction="10000"/>
          </a:bodyPr>
          <a:lstStyle/>
          <a:p>
            <a:pPr algn="just"/>
            <a:r>
              <a:rPr lang="es-MX" dirty="0"/>
              <a:t>Ejemplo:</a:t>
            </a:r>
          </a:p>
          <a:p>
            <a:pPr algn="just"/>
            <a:r>
              <a:rPr lang="es-MX" dirty="0"/>
              <a:t>Los resúmenes de venta mensuales, los consumos eléctricos por días, la espera de media de los pacientes en cirugía digestiva de un hospital, el producto cuyas ventas han crecido más en el último trimestre, las llamadas por horas, etc. Este tipo de consultas suelen emanarse de los departamentos de dirección, logística, o prospectiva y requieren muchos recursos.</a:t>
            </a:r>
          </a:p>
          <a:p>
            <a:pPr algn="just"/>
            <a:r>
              <a:rPr lang="es-MX" dirty="0"/>
              <a:t>Una característica de ambos procesamientos es que se pretende que sean “On-Line”, es decir que sean relativamente “instantáneos” y se puedan realizar en cualquier momento (en tiempo real). Parece evidente e imprescindible para el OLTP, pero no esta tan claro que esto sea posible para algunas consultas muy complejas, realizadas por el OLAP.</a:t>
            </a:r>
          </a:p>
          <a:p>
            <a:pPr algn="just"/>
            <a:r>
              <a:rPr lang="es-MX" dirty="0"/>
              <a:t>Debido a los costes de almacenamiento masivo y conectividad se han reducido drásticamente en los últimos años, parece razonable recoger los datos en un sistema unificado y diferenciado del sistema tradicional transaccional u operacional.</a:t>
            </a:r>
          </a:p>
          <a:p>
            <a:endParaRPr lang="es-MX" dirty="0"/>
          </a:p>
        </p:txBody>
      </p:sp>
    </p:spTree>
    <p:extLst>
      <p:ext uri="{BB962C8B-B14F-4D97-AF65-F5344CB8AC3E}">
        <p14:creationId xmlns:p14="http://schemas.microsoft.com/office/powerpoint/2010/main" val="363506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l="27877" t="59908" r="27607" b="18750"/>
          <a:stretch/>
        </p:blipFill>
        <p:spPr>
          <a:xfrm>
            <a:off x="2215662" y="1787424"/>
            <a:ext cx="9133656" cy="2461847"/>
          </a:xfrm>
          <a:prstGeom prst="rect">
            <a:avLst/>
          </a:prstGeom>
        </p:spPr>
      </p:pic>
      <p:sp>
        <p:nvSpPr>
          <p:cNvPr id="5" name="CuadroTexto 4"/>
          <p:cNvSpPr txBox="1"/>
          <p:nvPr/>
        </p:nvSpPr>
        <p:spPr>
          <a:xfrm>
            <a:off x="5046373" y="1183341"/>
            <a:ext cx="3472233" cy="369332"/>
          </a:xfrm>
          <a:prstGeom prst="rect">
            <a:avLst/>
          </a:prstGeom>
          <a:noFill/>
        </p:spPr>
        <p:txBody>
          <a:bodyPr wrap="none" rtlCol="0">
            <a:spAutoFit/>
          </a:bodyPr>
          <a:lstStyle/>
          <a:p>
            <a:r>
              <a:rPr lang="es-MX" dirty="0" smtClean="0"/>
              <a:t>Diferencias entre OLTP Y OLAP</a:t>
            </a:r>
            <a:endParaRPr lang="es-MX" dirty="0"/>
          </a:p>
        </p:txBody>
      </p:sp>
    </p:spTree>
    <p:extLst>
      <p:ext uri="{BB962C8B-B14F-4D97-AF65-F5344CB8AC3E}">
        <p14:creationId xmlns:p14="http://schemas.microsoft.com/office/powerpoint/2010/main" val="32629999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ipo de madera">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TC103090434[[fn=Caracteres de madera]]</Template>
  <TotalTime>2514</TotalTime>
  <Words>203</Words>
  <Application>Microsoft Office PowerPoint</Application>
  <PresentationFormat>Personalizado</PresentationFormat>
  <Paragraphs>10</Paragraphs>
  <Slides>4</Slides>
  <Notes>0</Notes>
  <HiddenSlides>0</HiddenSlides>
  <MMClips>0</MMClips>
  <ScaleCrop>false</ScaleCrop>
  <HeadingPairs>
    <vt:vector size="4" baseType="variant">
      <vt:variant>
        <vt:lpstr>Tema</vt:lpstr>
      </vt:variant>
      <vt:variant>
        <vt:i4>1</vt:i4>
      </vt:variant>
      <vt:variant>
        <vt:lpstr>Títulos de diapositiva</vt:lpstr>
      </vt:variant>
      <vt:variant>
        <vt:i4>4</vt:i4>
      </vt:variant>
    </vt:vector>
  </HeadingPairs>
  <TitlesOfParts>
    <vt:vector size="5" baseType="lpstr">
      <vt:lpstr>Tipo de madera</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Instituto tecnológico superior de calkini en el estado de Campeche  ingeniería en informatica</dc:title>
  <dc:creator>Danny-Boy_TC</dc:creator>
  <cp:lastModifiedBy>Usuario</cp:lastModifiedBy>
  <cp:revision>20</cp:revision>
  <dcterms:created xsi:type="dcterms:W3CDTF">2014-03-17T22:01:08Z</dcterms:created>
  <dcterms:modified xsi:type="dcterms:W3CDTF">2014-04-03T00:25:21Z</dcterms:modified>
</cp:coreProperties>
</file>