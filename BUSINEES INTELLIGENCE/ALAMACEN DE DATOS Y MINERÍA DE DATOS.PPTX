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5" r:id="rId2"/>
    <p:sldId id="267" r:id="rId3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39824-1BBA-49E4-BE41-AFC17296BF6E}" type="datetimeFigureOut">
              <a:rPr lang="es-MX" smtClean="0"/>
              <a:t>04/04/2014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A8A22-DE09-4527-BD46-FE33951784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4566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7A8A22-DE09-4527-BD46-FE33951784E1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9686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4157-960E-4722-BE2D-DF4D9F0F435F}" type="datetimeFigureOut">
              <a:rPr lang="es-MX" smtClean="0"/>
              <a:t>04/04/2014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B078-A498-4914-9DE2-C9997D17F4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4157-960E-4722-BE2D-DF4D9F0F435F}" type="datetimeFigureOut">
              <a:rPr lang="es-MX" smtClean="0"/>
              <a:t>04/04/2014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B078-A498-4914-9DE2-C9997D17F4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4157-960E-4722-BE2D-DF4D9F0F435F}" type="datetimeFigureOut">
              <a:rPr lang="es-MX" smtClean="0"/>
              <a:t>04/04/2014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B078-A498-4914-9DE2-C9997D17F4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4157-960E-4722-BE2D-DF4D9F0F435F}" type="datetimeFigureOut">
              <a:rPr lang="es-MX" smtClean="0"/>
              <a:t>04/04/2014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B078-A498-4914-9DE2-C9997D17F49B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4157-960E-4722-BE2D-DF4D9F0F435F}" type="datetimeFigureOut">
              <a:rPr lang="es-MX" smtClean="0"/>
              <a:t>04/04/2014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B078-A498-4914-9DE2-C9997D17F4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4157-960E-4722-BE2D-DF4D9F0F435F}" type="datetimeFigureOut">
              <a:rPr lang="es-MX" smtClean="0"/>
              <a:t>04/04/2014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B078-A498-4914-9DE2-C9997D17F4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4157-960E-4722-BE2D-DF4D9F0F435F}" type="datetimeFigureOut">
              <a:rPr lang="es-MX" smtClean="0"/>
              <a:t>04/04/2014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B078-A498-4914-9DE2-C9997D17F4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4157-960E-4722-BE2D-DF4D9F0F435F}" type="datetimeFigureOut">
              <a:rPr lang="es-MX" smtClean="0"/>
              <a:t>04/04/2014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4CFB078-A498-4914-9DE2-C9997D17F4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4157-960E-4722-BE2D-DF4D9F0F435F}" type="datetimeFigureOut">
              <a:rPr lang="es-MX" smtClean="0"/>
              <a:t>04/04/2014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B078-A498-4914-9DE2-C9997D17F4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4157-960E-4722-BE2D-DF4D9F0F435F}" type="datetimeFigureOut">
              <a:rPr lang="es-MX" smtClean="0"/>
              <a:t>04/04/2014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B078-A498-4914-9DE2-C9997D17F4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4157-960E-4722-BE2D-DF4D9F0F435F}" type="datetimeFigureOut">
              <a:rPr lang="es-MX" smtClean="0"/>
              <a:t>04/04/2014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B078-A498-4914-9DE2-C9997D17F49B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2EB4157-960E-4722-BE2D-DF4D9F0F435F}" type="datetimeFigureOut">
              <a:rPr lang="es-MX" smtClean="0"/>
              <a:t>04/04/2014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04CFB078-A498-4914-9DE2-C9997D17F49B}" type="slidenum">
              <a:rPr lang="es-MX" smtClean="0"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22960" y="44624"/>
            <a:ext cx="7520940" cy="975008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s-MX" dirty="0"/>
              <a:t>3.5 Almacén de datos y minería de datos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4" name="3 Redondear rectángulo de esquina diagonal"/>
          <p:cNvSpPr/>
          <p:nvPr/>
        </p:nvSpPr>
        <p:spPr>
          <a:xfrm>
            <a:off x="72008" y="1296144"/>
            <a:ext cx="4427984" cy="5373216"/>
          </a:xfrm>
          <a:prstGeom prst="round2Diag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400" dirty="0"/>
              <a:t>La definición original de almacén de datos es una “colección de datos, orientada a un dominio, integrada, no volátil y variante en el tiempo para ayudar en las decisiones de dirección.” A raíz de esta definición, pareciera que los almacenes de datos son solo útiles en empresas o instituciones donde altos cargos directivos tengan que tomar decisiones. </a:t>
            </a:r>
          </a:p>
        </p:txBody>
      </p:sp>
      <p:sp>
        <p:nvSpPr>
          <p:cNvPr id="5" name="4 Redondear rectángulo de esquina sencilla"/>
          <p:cNvSpPr/>
          <p:nvPr/>
        </p:nvSpPr>
        <p:spPr>
          <a:xfrm>
            <a:off x="4644008" y="1268760"/>
            <a:ext cx="4392488" cy="5373216"/>
          </a:xfrm>
          <a:prstGeom prst="round1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400" dirty="0"/>
              <a:t>A partir de la declaración anterior, podríamos pensar que los almacenes de datos no se aplican en otros ámbitos como; científico, médicos, académicos, etc. Pero lejos de este pensamiento erróneo, en realidad, los almacenes de datos pueden utilizarse de muy diferentes maneras, y pueden agilizar muchos procesos diferentes de análisis en diversidad de empresas en todo ámbito</a:t>
            </a:r>
            <a:r>
              <a:rPr lang="es-MX" sz="2400" dirty="0" smtClean="0"/>
              <a:t>.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3777372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 Grupo"/>
          <p:cNvGrpSpPr/>
          <p:nvPr/>
        </p:nvGrpSpPr>
        <p:grpSpPr>
          <a:xfrm>
            <a:off x="1979712" y="1052736"/>
            <a:ext cx="7128792" cy="4869160"/>
            <a:chOff x="1979712" y="1052736"/>
            <a:chExt cx="7128792" cy="4869160"/>
          </a:xfrm>
        </p:grpSpPr>
        <p:sp>
          <p:nvSpPr>
            <p:cNvPr id="6" name="5 Rectángulo redondeado"/>
            <p:cNvSpPr/>
            <p:nvPr/>
          </p:nvSpPr>
          <p:spPr>
            <a:xfrm>
              <a:off x="1979712" y="4149080"/>
              <a:ext cx="6408712" cy="1772816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MX" sz="2000" dirty="0"/>
                <a:t>Exploradores: encargados de encontrar nuevos patrones significativos utilizando técnicas de minería de datos. La estructura del almacén de datos y sus operadores facilita la obtención de diferentes vistas de análisis</a:t>
              </a:r>
              <a:r>
                <a:rPr lang="es-MX" sz="2000" dirty="0" smtClean="0"/>
                <a:t>.</a:t>
              </a:r>
              <a:endParaRPr lang="es-MX" sz="2000" dirty="0"/>
            </a:p>
          </p:txBody>
        </p:sp>
        <p:sp>
          <p:nvSpPr>
            <p:cNvPr id="7" name="6 Flecha en U"/>
            <p:cNvSpPr/>
            <p:nvPr/>
          </p:nvSpPr>
          <p:spPr>
            <a:xfrm rot="5400000">
              <a:off x="6444208" y="2780928"/>
              <a:ext cx="4392488" cy="936104"/>
            </a:xfrm>
            <a:prstGeom prst="uturnArrow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8 Grupo"/>
          <p:cNvGrpSpPr/>
          <p:nvPr/>
        </p:nvGrpSpPr>
        <p:grpSpPr>
          <a:xfrm>
            <a:off x="179512" y="1124744"/>
            <a:ext cx="6408712" cy="2808312"/>
            <a:chOff x="179512" y="1124744"/>
            <a:chExt cx="6408712" cy="2808312"/>
          </a:xfrm>
        </p:grpSpPr>
        <p:sp>
          <p:nvSpPr>
            <p:cNvPr id="8" name="7 Flecha doblada"/>
            <p:cNvSpPr/>
            <p:nvPr/>
          </p:nvSpPr>
          <p:spPr>
            <a:xfrm rot="5400000" flipV="1">
              <a:off x="-180528" y="1484784"/>
              <a:ext cx="1584176" cy="864096"/>
            </a:xfrm>
            <a:prstGeom prst="bentArrow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>
                <a:solidFill>
                  <a:schemeClr val="tx1"/>
                </a:solidFill>
              </a:endParaRPr>
            </a:p>
          </p:txBody>
        </p:sp>
        <p:sp>
          <p:nvSpPr>
            <p:cNvPr id="5" name="4 Rectángulo redondeado"/>
            <p:cNvSpPr/>
            <p:nvPr/>
          </p:nvSpPr>
          <p:spPr>
            <a:xfrm>
              <a:off x="179512" y="2708920"/>
              <a:ext cx="6408712" cy="1224136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MX" sz="2000" dirty="0"/>
                <a:t>Picapedrero (o granjeros): se dedican fundamentalmente a realizar informes periódicos, ver la evolución de ciertos indicadores, controlar valores, etc</a:t>
              </a:r>
              <a:r>
                <a:rPr lang="es-MX" sz="2000" dirty="0" smtClean="0"/>
                <a:t>.</a:t>
              </a:r>
              <a:endParaRPr lang="es-MX" sz="2000" dirty="0"/>
            </a:p>
          </p:txBody>
        </p:sp>
      </p:grpSp>
      <p:sp>
        <p:nvSpPr>
          <p:cNvPr id="4" name="3 Rectángulo redondeado"/>
          <p:cNvSpPr/>
          <p:nvPr/>
        </p:nvSpPr>
        <p:spPr>
          <a:xfrm>
            <a:off x="1043608" y="116632"/>
            <a:ext cx="7128792" cy="21602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La variedad de uso que se le puede dar a un almacén de datos sugieren también la existencia de diferentes grupos de usuarios: analistas, ejecutivos, investigadores, etc.  Según su carácter o función se pueden catalogar en dos grandes grupos</a:t>
            </a:r>
            <a:r>
              <a:rPr lang="es-MX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79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ngulos">
  <a:themeElements>
    <a:clrScheme name="Ángulo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ngulo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700</TotalTime>
  <Words>244</Words>
  <Application>Microsoft Office PowerPoint</Application>
  <PresentationFormat>Presentación en pantalla (4:3)</PresentationFormat>
  <Paragraphs>7</Paragraphs>
  <Slides>2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Ángulos</vt:lpstr>
      <vt:lpstr>3.5 Almacén de datos y minería de datos.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Manuel</dc:creator>
  <cp:lastModifiedBy>Usuario</cp:lastModifiedBy>
  <cp:revision>29</cp:revision>
  <dcterms:created xsi:type="dcterms:W3CDTF">2014-03-18T20:17:39Z</dcterms:created>
  <dcterms:modified xsi:type="dcterms:W3CDTF">2014-04-04T17:51:55Z</dcterms:modified>
</cp:coreProperties>
</file>